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slide for Design and Simulation of a Digital Access Card Verification System: the four-stage pipeline (input, comparator, FSM, actuation) plus key facts from the Logisim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Verification System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card swipe to door release, all in pure digital logic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Stage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157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and keypad map card ID bits into the circuit.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78608" y="150876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61488" y="1691640"/>
            <a:ext cx="548640" cy="54864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8288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67328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2761488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Array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761488" y="27157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 and AND gates check inputs against master registers.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00016" y="150876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82896" y="1691640"/>
            <a:ext cx="548640" cy="54864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18288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88736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4882896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FSM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882896" y="27157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Idle, Access Granted and Lockout states.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821424" y="150876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04304" y="1691640"/>
            <a:ext cx="548640" cy="54864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182880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010144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91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7004304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Output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004304" y="27157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Solenoid, green/red LEDs and buzzer signal the result.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2368296" y="22631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9" name="Text 23"/>
          <p:cNvSpPr txBox="1"/>
          <p:nvPr/>
        </p:nvSpPr>
        <p:spPr>
          <a:xfrm>
            <a:off x="4489704" y="22631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0" name="Text 24"/>
          <p:cNvSpPr txBox="1"/>
          <p:nvPr/>
        </p:nvSpPr>
        <p:spPr>
          <a:xfrm>
            <a:off x="6611112" y="226314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1" name="Shape 25"/>
          <p:cNvSpPr/>
          <p:nvPr/>
        </p:nvSpPr>
        <p:spPr>
          <a:xfrm>
            <a:off x="457200" y="3749040"/>
            <a:ext cx="8238744" cy="960120"/>
          </a:xfrm>
          <a:prstGeom prst="roundRect">
            <a:avLst>
              <a:gd name="adj" fmla="val 9524"/>
            </a:avLst>
          </a:prstGeom>
          <a:solidFill>
            <a:srgbClr val="E3EEEB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31520" y="38404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33" name="Text 27"/>
          <p:cNvSpPr txBox="1"/>
          <p:nvPr/>
        </p:nvSpPr>
        <p:spPr>
          <a:xfrm>
            <a:off x="1417320" y="3840480"/>
            <a:ext cx="1557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attempts trigger a timed lockout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3477768" y="38404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35" name="Text 29"/>
          <p:cNvSpPr txBox="1"/>
          <p:nvPr/>
        </p:nvSpPr>
        <p:spPr>
          <a:xfrm>
            <a:off x="4163568" y="3840480"/>
            <a:ext cx="1557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 needed, gate-level logic only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6224016" y="38404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37" name="Text 31"/>
          <p:cNvSpPr txBox="1"/>
          <p:nvPr/>
        </p:nvSpPr>
        <p:spPr>
          <a:xfrm>
            <a:off x="6909816" y="3840480"/>
            <a:ext cx="1557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checked: card ID and PIN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2026-09-21T10:02:23Z</dcterms:created>
  <dcterms:modified xsi:type="dcterms:W3CDTF">2026-09-21T10:02:23Z</dcterms:modified>
</cp:coreProperties>
</file>